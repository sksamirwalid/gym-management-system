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4"/>
  </p:sldMasterIdLst>
  <p:sldIdLst>
    <p:sldId id="345" r:id="rId5"/>
    <p:sldId id="285" r:id="rId6"/>
    <p:sldId id="343" r:id="rId7"/>
    <p:sldId id="257" r:id="rId8"/>
    <p:sldId id="283" r:id="rId9"/>
    <p:sldId id="284" r:id="rId10"/>
    <p:sldId id="351" r:id="rId11"/>
    <p:sldId id="352" r:id="rId12"/>
    <p:sldId id="353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49" r:id="rId24"/>
    <p:sldId id="34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3979" autoAdjust="0"/>
  </p:normalViewPr>
  <p:slideViewPr>
    <p:cSldViewPr snapToGrid="0">
      <p:cViewPr>
        <p:scale>
          <a:sx n="66" d="100"/>
          <a:sy n="66" d="100"/>
        </p:scale>
        <p:origin x="80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29-Oct-25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2242-44AE-40C6-B131-070CF682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153" y="2906425"/>
            <a:ext cx="10058400" cy="587584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WELCOME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77110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OUR </a:t>
            </a:r>
            <a:r>
              <a:rPr lang="en-US" sz="3200" b="1" dirty="0" smtClean="0">
                <a:solidFill>
                  <a:schemeClr val="tx1"/>
                </a:solidFill>
              </a:rPr>
              <a:t>TEAM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3C0B9D68-8F30-E84F-9E2F-573FAA18E18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98" y="1530455"/>
            <a:ext cx="2738507" cy="2738507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2B2560-FAA9-124F-AD83-8C8D48E0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1598" y="4294387"/>
            <a:ext cx="2919413" cy="583534"/>
          </a:xfrm>
        </p:spPr>
        <p:txBody>
          <a:bodyPr>
            <a:noAutofit/>
          </a:bodyPr>
          <a:lstStyle/>
          <a:p>
            <a:pPr algn="l"/>
            <a:r>
              <a:rPr lang="en-US" sz="1400" b="1" dirty="0" err="1" smtClean="0"/>
              <a:t>Sk</a:t>
            </a:r>
            <a:r>
              <a:rPr lang="en-US" sz="1400" b="1" dirty="0" smtClean="0"/>
              <a:t> Samir Walid</a:t>
            </a:r>
          </a:p>
          <a:p>
            <a:pPr algn="l"/>
            <a:r>
              <a:rPr lang="en-US" sz="1400" b="1" dirty="0" smtClean="0"/>
              <a:t>20232073010</a:t>
            </a:r>
            <a:endParaRPr lang="en-US" sz="1400" b="1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0FE939-6135-8846-B579-79F696C454E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666772" y="4294387"/>
            <a:ext cx="2919413" cy="583534"/>
          </a:xfrm>
        </p:spPr>
        <p:txBody>
          <a:bodyPr>
            <a:noAutofit/>
          </a:bodyPr>
          <a:lstStyle/>
          <a:p>
            <a:r>
              <a:rPr lang="en-US" sz="1400" b="1" dirty="0" err="1" smtClean="0"/>
              <a:t>Abdur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endParaRPr lang="en-US" sz="1400" b="1" dirty="0"/>
          </a:p>
          <a:p>
            <a:r>
              <a:rPr lang="en-US" sz="1400" b="1" dirty="0" smtClean="0"/>
              <a:t>20232026010</a:t>
            </a:r>
            <a:endParaRPr lang="en-US" sz="1400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6C3DD2-045C-6945-B783-8067FCC3CDF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236267" y="4294387"/>
            <a:ext cx="2919413" cy="583534"/>
          </a:xfrm>
        </p:spPr>
        <p:txBody>
          <a:bodyPr>
            <a:noAutofit/>
          </a:bodyPr>
          <a:lstStyle/>
          <a:p>
            <a:pPr algn="r"/>
            <a:r>
              <a:rPr lang="en-US" sz="1400" b="1" dirty="0" err="1" smtClean="0"/>
              <a:t>Meherin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afroz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simi</a:t>
            </a:r>
            <a:endParaRPr lang="en-US" sz="1400" b="1" dirty="0"/>
          </a:p>
          <a:p>
            <a:pPr algn="r"/>
            <a:r>
              <a:rPr lang="en-US" sz="1400" b="1" dirty="0" smtClean="0"/>
              <a:t>20232104010</a:t>
            </a:r>
            <a:endParaRPr lang="en-US" sz="1400" b="1" dirty="0"/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9D46B1A3-C5DA-C34C-93E4-11360375C6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" t="24206" r="2952" b="794"/>
          <a:stretch/>
        </p:blipFill>
        <p:spPr>
          <a:xfrm>
            <a:off x="4666772" y="1530455"/>
            <a:ext cx="2763931" cy="2763932"/>
          </a:xfrm>
        </p:spPr>
      </p:pic>
      <p:pic>
        <p:nvPicPr>
          <p:cNvPr id="36" name="Picture Placeholder 32">
            <a:extLst>
              <a:ext uri="{FF2B5EF4-FFF2-40B4-BE49-F238E27FC236}">
                <a16:creationId xmlns:a16="http://schemas.microsoft.com/office/drawing/2014/main" id="{D125A9C2-4641-3146-8396-D22F8ACF5A7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46" y="1530455"/>
            <a:ext cx="2736906" cy="2738507"/>
          </a:xfrm>
        </p:spPr>
      </p:pic>
      <p:sp>
        <p:nvSpPr>
          <p:cNvPr id="3" name="TextBox 2"/>
          <p:cNvSpPr txBox="1"/>
          <p:nvPr/>
        </p:nvSpPr>
        <p:spPr>
          <a:xfrm>
            <a:off x="2892389" y="5082146"/>
            <a:ext cx="6468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Year, 1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Western University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Khulna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38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58588"/>
            <a:ext cx="10058400" cy="2566139"/>
          </a:xfrm>
        </p:spPr>
        <p:txBody>
          <a:bodyPr>
            <a:normAutofit/>
          </a:bodyPr>
          <a:lstStyle/>
          <a:p>
            <a:r>
              <a:rPr lang="en-US" sz="4800" b="1" dirty="0"/>
              <a:t>Gym Management </a:t>
            </a:r>
            <a:r>
              <a:rPr lang="en-US" sz="4800" b="1" dirty="0" smtClean="0"/>
              <a:t>System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3200" b="1" dirty="0" smtClean="0">
                <a:solidFill>
                  <a:schemeClr val="accent5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2800" b="1" dirty="0" smtClean="0">
                <a:solidFill>
                  <a:schemeClr val="accent5">
                    <a:lumMod val="65000"/>
                    <a:lumOff val="35000"/>
                  </a:schemeClr>
                </a:solidFill>
              </a:rPr>
              <a:t>Web </a:t>
            </a:r>
            <a:r>
              <a:rPr lang="en-US" sz="2800" b="1" dirty="0">
                <a:solidFill>
                  <a:schemeClr val="accent5">
                    <a:lumMod val="65000"/>
                    <a:lumOff val="35000"/>
                  </a:schemeClr>
                </a:solidFill>
              </a:rPr>
              <a:t>Application</a:t>
            </a:r>
            <a:r>
              <a:rPr lang="en-US" sz="3200" b="1" dirty="0">
                <a:solidFill>
                  <a:schemeClr val="accent5">
                    <a:lumMod val="65000"/>
                    <a:lumOff val="35000"/>
                  </a:schemeClr>
                </a:solidFill>
              </a:rPr>
              <a:t>)</a:t>
            </a:r>
            <a:endParaRPr lang="en-US" sz="3200" b="1" dirty="0">
              <a:solidFill>
                <a:schemeClr val="accent5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205023"/>
            <a:ext cx="10058400" cy="2844795"/>
          </a:xfrm>
        </p:spPr>
        <p:txBody>
          <a:bodyPr>
            <a:norm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Traditional gyms rely on manual systems → errors, inefficiencies, poor record-keeping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Growing need for </a:t>
            </a:r>
            <a:r>
              <a:rPr lang="en-US" sz="1800" b="1" dirty="0"/>
              <a:t>digital management and personalized health tracking</a:t>
            </a:r>
            <a:endParaRPr lang="en-US" sz="1800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Our solution: a </a:t>
            </a:r>
            <a:r>
              <a:rPr lang="en-US" sz="1800" b="1" dirty="0"/>
              <a:t>web-based system</a:t>
            </a:r>
            <a:r>
              <a:rPr lang="en-US" sz="1800" dirty="0"/>
              <a:t> automating registration, attendance, and health monitoring</a:t>
            </a:r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5BA9AC8-EA60-644D-9DDA-B76203EA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4020127" cy="587584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chemeClr val="tx1"/>
                </a:solidFill>
              </a:rPr>
              <a:t>OVERVIEW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sz="half" idx="2"/>
          </p:nvPr>
        </p:nvSpPr>
        <p:spPr bwMode="auto">
          <a:xfrm>
            <a:off x="4529708" y="1690061"/>
            <a:ext cx="66163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Streamline gym operations and enhance member engagement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Gym Members, Trainers, and Administrators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v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Benefits: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Automation,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227689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9E9EE2C-A105-614C-A133-EF7DF2AD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29" y="3060429"/>
            <a:ext cx="10058400" cy="587584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App  Interface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0740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2096655" cy="64578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450110"/>
            <a:ext cx="2443596" cy="711199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Login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" b="41944"/>
          <a:stretch/>
        </p:blipFill>
        <p:spPr>
          <a:xfrm>
            <a:off x="3851510" y="804322"/>
            <a:ext cx="5536623" cy="28440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90"/>
          <a:stretch/>
        </p:blipFill>
        <p:spPr>
          <a:xfrm>
            <a:off x="5458926" y="3648370"/>
            <a:ext cx="5536623" cy="256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5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2189019" cy="55804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Registration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52"/>
          <a:stretch/>
        </p:blipFill>
        <p:spPr>
          <a:xfrm>
            <a:off x="3473034" y="804320"/>
            <a:ext cx="4858363" cy="177262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2" b="36426"/>
          <a:stretch/>
        </p:blipFill>
        <p:spPr>
          <a:xfrm>
            <a:off x="1182410" y="2576949"/>
            <a:ext cx="4863397" cy="18980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01"/>
          <a:stretch/>
        </p:blipFill>
        <p:spPr>
          <a:xfrm>
            <a:off x="3473034" y="4475019"/>
            <a:ext cx="4909642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2"/>
            <a:ext cx="2669471" cy="377934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182256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Email Verification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63" y="2448329"/>
            <a:ext cx="3805220" cy="36753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88"/>
          <a:stretch/>
        </p:blipFill>
        <p:spPr>
          <a:xfrm>
            <a:off x="4682998" y="2448329"/>
            <a:ext cx="6733147" cy="253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6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872"/>
          <a:stretch/>
        </p:blipFill>
        <p:spPr>
          <a:xfrm>
            <a:off x="3478068" y="1117981"/>
            <a:ext cx="6580332" cy="20035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59"/>
          <a:stretch/>
        </p:blipFill>
        <p:spPr>
          <a:xfrm>
            <a:off x="3478068" y="3121515"/>
            <a:ext cx="6580332" cy="307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2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13"/>
          <a:stretch/>
        </p:blipFill>
        <p:spPr>
          <a:xfrm>
            <a:off x="3478068" y="1265758"/>
            <a:ext cx="6577317" cy="28351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63"/>
          <a:stretch/>
        </p:blipFill>
        <p:spPr>
          <a:xfrm>
            <a:off x="3478068" y="3934691"/>
            <a:ext cx="6577317" cy="222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1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08"/>
          <a:stretch/>
        </p:blipFill>
        <p:spPr>
          <a:xfrm>
            <a:off x="3478068" y="800547"/>
            <a:ext cx="6580332" cy="20614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56"/>
          <a:stretch/>
        </p:blipFill>
        <p:spPr>
          <a:xfrm>
            <a:off x="3478068" y="2539804"/>
            <a:ext cx="6580332" cy="20152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30"/>
          <a:stretch/>
        </p:blipFill>
        <p:spPr>
          <a:xfrm>
            <a:off x="3478068" y="4346169"/>
            <a:ext cx="6580332" cy="184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0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93"/>
          <a:stretch/>
        </p:blipFill>
        <p:spPr>
          <a:xfrm>
            <a:off x="3478068" y="804321"/>
            <a:ext cx="6580332" cy="34166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96"/>
          <a:stretch/>
        </p:blipFill>
        <p:spPr>
          <a:xfrm>
            <a:off x="3478068" y="4221018"/>
            <a:ext cx="6580332" cy="182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0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26"/>
          <a:stretch/>
        </p:blipFill>
        <p:spPr>
          <a:xfrm>
            <a:off x="3478068" y="2289857"/>
            <a:ext cx="8105866" cy="33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4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User Dashboard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90"/>
          <a:stretch/>
        </p:blipFill>
        <p:spPr>
          <a:xfrm>
            <a:off x="3478068" y="804321"/>
            <a:ext cx="6580332" cy="17104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47"/>
          <a:stretch/>
        </p:blipFill>
        <p:spPr>
          <a:xfrm>
            <a:off x="3478068" y="4352023"/>
            <a:ext cx="6580332" cy="18489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17"/>
          <a:stretch/>
        </p:blipFill>
        <p:spPr>
          <a:xfrm>
            <a:off x="3478068" y="2189017"/>
            <a:ext cx="6580332" cy="22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5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Admin 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33" y="683492"/>
            <a:ext cx="4592314" cy="54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1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Admin Dashboard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69" y="702644"/>
            <a:ext cx="6580332" cy="31296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68" y="3851564"/>
            <a:ext cx="6580332" cy="23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9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Admin 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67" y="682566"/>
            <a:ext cx="5886495" cy="547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5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Admin Dashboard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79" r="1179" b="-672"/>
          <a:stretch/>
        </p:blipFill>
        <p:spPr>
          <a:xfrm>
            <a:off x="3478068" y="1366982"/>
            <a:ext cx="6552623" cy="7296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" b="21104"/>
          <a:stretch/>
        </p:blipFill>
        <p:spPr>
          <a:xfrm>
            <a:off x="3478068" y="2244436"/>
            <a:ext cx="6593236" cy="38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9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63" y="804321"/>
            <a:ext cx="4004549" cy="9228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App  Interface</a:t>
            </a:r>
            <a:endParaRPr lang="en-US" sz="2000" b="1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3563" y="1366982"/>
            <a:ext cx="2674505" cy="1209968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Admin Dashboard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068" y="2394147"/>
            <a:ext cx="6580332" cy="260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3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3111-7B97-654A-86CA-FD04EA6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55" y="1116125"/>
            <a:ext cx="10058400" cy="587584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Conclusion</a:t>
            </a:r>
            <a:endParaRPr lang="en-US" sz="4800" b="1" dirty="0"/>
          </a:p>
        </p:txBody>
      </p:sp>
      <p:sp>
        <p:nvSpPr>
          <p:cNvPr id="11" name="Rectangle 10"/>
          <p:cNvSpPr/>
          <p:nvPr/>
        </p:nvSpPr>
        <p:spPr>
          <a:xfrm>
            <a:off x="1684421" y="2849078"/>
            <a:ext cx="74595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Gym Management System simplifies gym </a:t>
            </a:r>
            <a:r>
              <a:rPr lang="en-US" dirty="0" smtClean="0"/>
              <a:t>operations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Enhances </a:t>
            </a:r>
            <a:r>
              <a:rPr lang="en-US" dirty="0"/>
              <a:t>health tracking and user </a:t>
            </a:r>
            <a:r>
              <a:rPr lang="en-US" dirty="0" smtClean="0"/>
              <a:t>engagement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Scalable </a:t>
            </a:r>
            <a:r>
              <a:rPr lang="en-US" dirty="0"/>
              <a:t>platform with potential for future expansion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00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AEC0676-36E0-374F-8480-880FE68CC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4456497"/>
            <a:ext cx="10113264" cy="136681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</a:t>
            </a:r>
            <a:r>
              <a:rPr lang="en-US" sz="2800" dirty="0" smtClean="0"/>
              <a:t>are now prepared to answer your questions.</a:t>
            </a:r>
            <a:endParaRPr lang="en-US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79" y="2940914"/>
            <a:ext cx="10113645" cy="743682"/>
          </a:xfrm>
        </p:spPr>
        <p:txBody>
          <a:bodyPr/>
          <a:lstStyle/>
          <a:p>
            <a:pPr algn="ctr"/>
            <a:r>
              <a:rPr lang="en-US" sz="4800" b="1" dirty="0" smtClean="0"/>
              <a:t>THANK YOU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351221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2_Win32_AS_v3" id="{A204E388-A84B-4CC6-98FC-54ED9900B3CD}" vid="{1AF041A9-EA2C-4539-9272-70AF2168FE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FAF7B5-E40C-46BE-9C83-DA251FCAE61E}">
  <ds:schemaRefs>
    <ds:schemaRef ds:uri="71af3243-3dd4-4a8d-8c0d-dd76da1f02a5"/>
    <ds:schemaRef ds:uri="http://schemas.microsoft.com/office/2006/metadata/properties"/>
    <ds:schemaRef ds:uri="16c05727-aa75-4e4a-9b5f-8a80a1165891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029FA76-0C86-4BF1-99F1-A3115FBFFA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A43D08-F4F9-4D95-9CB2-7DE37441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185</Words>
  <Application>Microsoft Office PowerPoint</Application>
  <PresentationFormat>Widescreen</PresentationFormat>
  <Paragraphs>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Helvetica Neue Medium</vt:lpstr>
      <vt:lpstr>Times New Roman</vt:lpstr>
      <vt:lpstr>Wingdings</vt:lpstr>
      <vt:lpstr>RetrospectVTI</vt:lpstr>
      <vt:lpstr>WELCOME</vt:lpstr>
      <vt:lpstr>OUR TEAM</vt:lpstr>
      <vt:lpstr>Gym Management System (Web Application)</vt:lpstr>
      <vt:lpstr>OVERVIEW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App  Interface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2025-10-28T19:07:10Z</dcterms:created>
  <dcterms:modified xsi:type="dcterms:W3CDTF">2025-10-28T23:41:35Z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